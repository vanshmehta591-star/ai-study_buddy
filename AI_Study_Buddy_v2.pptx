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413F72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4ECD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AI TRACK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Buddy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Learning Agent powered by IBM Bob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7132320" cy="1417320"/>
          </a:xfrm>
          <a:prstGeom prst="roundRect">
            <a:avLst>
              <a:gd name="adj" fmla="val 7742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ACCESS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URL:   </a:t>
            </a:r>
            <a:pPr indent="0" marL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URL: </a:t>
            </a:r>
            <a:pPr indent="0" marL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http://192.168.1.48:8502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Streamlit · IBM Bob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 learns differently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classroom pace and generic material don't adapt to that.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One-Size-Fits-All Content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and lectures move at a fixed pace, leaving faster or slower learners behind.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Instant Simplification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concept doesn't click, students rarely have someone to re-explain it simply, on demand.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Revision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re-read notes instead of testing themselves — a proven weaker way to retain material.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9828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Structured Plan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personalized revision schedule, exam prep becomes last-minute and stressful.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companion, built around the student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turns any syllabus or notes into a personalized learning loop.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413F7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6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Explanations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23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simplifies any topic on demand — including an “explain like I’m 10” mode.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413F7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606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4ECD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Quizzes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023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uploaded material into practice questions for active self-testing.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413F72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606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4ECD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Revision Plans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023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day-by-day study schedule around the student's own exam date.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9828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413F72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26060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4ECD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Always-On Doubt Solver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4023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trained on the student's own documents answers questions anytime.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simple, beginner-friendly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4F3FA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34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92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892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logic, written with clean OOP classes and type hints.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77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77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035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35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entire web UI — upload, explanations, quizzes, and plans — with no separate frontend code.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4F3FA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20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78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(LLM)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178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simplified explanations, quiz questions, revision plans, and answers student doubts.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463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463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21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Storage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5321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persistence for uploaded content, quiz history, and revision plans — no database needed.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uploaded notes to exam-ready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58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a syllabus or notes file (PDF/TXT) into the app.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87752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11" name="Shape 9"/>
          <p:cNvSpPr/>
          <p:nvPr/>
        </p:nvSpPr>
        <p:spPr>
          <a:xfrm>
            <a:off x="3296412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641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reads the content and breaks it into topics.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26964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2696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request, Bob explains any topic in plain, easy language.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84264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48856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23" name="Shape 21"/>
          <p:cNvSpPr/>
          <p:nvPr/>
        </p:nvSpPr>
        <p:spPr>
          <a:xfrm>
            <a:off x="7557516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5751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generates quiz questions from the material for self-testing.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14816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79408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29" name="Shape 27"/>
          <p:cNvSpPr/>
          <p:nvPr/>
        </p:nvSpPr>
        <p:spPr>
          <a:xfrm>
            <a:off x="9688068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8806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116568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62288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day-by-day revision plan is generated ahead of the exam date.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At Your Pace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adjust to the student's level instead of a fixed classroom speed.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Clarity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like I’m 10” mode turns confusing material into simple language on demand.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2668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26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Recall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quizzes replace passive re-reading with proven, effective self-testing.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Prep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revision plan removes the guesswork from exam preparation.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062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Available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doubt-solving chatbot answers questions from the student's own material, any time.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31" name="Shape 29"/>
          <p:cNvSpPr/>
          <p:nvPr/>
        </p:nvSpPr>
        <p:spPr>
          <a:xfrm>
            <a:off x="772668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Education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personal tutor experience to students who can't access one-on-one tutoring.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— Personalized Learning Agent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13F7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the Application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MACHINE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URL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WI-FI NETWORK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URL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http://192.168.1.48:8502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links launch the same Streamlit app — the Network URL lets classmates on the same Wi-Fi open it from their own device.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2026-09-19T04:48:01Z</dcterms:created>
  <dcterms:modified xsi:type="dcterms:W3CDTF">2026-09-19T04:48:01Z</dcterms:modified>
</cp:coreProperties>
</file>