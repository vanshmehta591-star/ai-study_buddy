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413F72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4ECD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4ECDC4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AI TRACK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Study Buddy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Learning Agent powered by IBM Bob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7132320" cy="1417320"/>
          </a:xfrm>
          <a:prstGeom prst="roundRect">
            <a:avLst>
              <a:gd name="adj" fmla="val 7742"/>
            </a:avLst>
          </a:prstGeom>
          <a:solidFill>
            <a:srgbClr val="413F72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133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ACCESS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480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URL:   </a:t>
            </a:r>
            <a:pPr indent="0" marL="0">
              <a:buNone/>
            </a:pPr>
            <a:r>
              <a:rPr lang="en-US" sz="15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http://localhost:8501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892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URL: </a:t>
            </a:r>
            <a:pPr indent="0" marL="0">
              <a:buNone/>
            </a:pPr>
            <a:r>
              <a:rPr lang="en-US" sz="15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http://192.168.1.48:8501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Streamlit · IBM Bob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4ECD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student learns differently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...but classroom pace and generic material don't adapt to that.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4F3F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2D2B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One-Size-Fits-All Content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and lectures move at a fixed pace, leaving faster or slower learners behind.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4F3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2606040"/>
            <a:ext cx="502920" cy="502920"/>
          </a:xfrm>
          <a:prstGeom prst="ellipse">
            <a:avLst/>
          </a:prstGeom>
          <a:solidFill>
            <a:srgbClr val="2D2B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Instant Simplification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concept doesn't click, students rarely have someone to re-explain it simply, on demand.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4F3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606040"/>
            <a:ext cx="502920" cy="502920"/>
          </a:xfrm>
          <a:prstGeom prst="ellipse">
            <a:avLst/>
          </a:prstGeom>
          <a:solidFill>
            <a:srgbClr val="2D2B5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Revision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re-read notes instead of testing themselves — a proven weaker way to retain material.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9828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4F3FA"/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2606040"/>
            <a:ext cx="502920" cy="502920"/>
          </a:xfrm>
          <a:prstGeom prst="ellipse">
            <a:avLst/>
          </a:prstGeom>
          <a:solidFill>
            <a:srgbClr val="2D2B5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268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Structured Plan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personalized revision schedule, exam prep becomes last-minute and stressful.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— Personalized Learning Agent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4ECD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 simple, beginner-friendly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4F3FA"/>
          </a:solidFill>
          <a:ln w="12700">
            <a:solidFill>
              <a:srgbClr val="E4E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345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34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928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89280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logic, written with clean OOP classes and type hints.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2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1775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2B5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177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0358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3580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entire web UI — upload, explanations, quizzes, and plans — with no separate frontend code.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4F3FA"/>
          </a:solidFill>
          <a:ln w="12700">
            <a:solidFill>
              <a:srgbClr val="E4E2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3205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2B5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320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1788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(LLM)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417880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simplified explanations, quiz questions, revision plans, and answers student doubts.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2120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2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54635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2B5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5463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218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Storage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886200" y="532180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persistence for uploaded content, quiz history, and revision plans — no database needed.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— Personalized Learning Agent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uploaded notes to exam-ready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658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uploads a syllabus or notes file (PDF/TXT) into the app.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3317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87752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11" name="Shape 9"/>
          <p:cNvSpPr/>
          <p:nvPr/>
        </p:nvSpPr>
        <p:spPr>
          <a:xfrm>
            <a:off x="3296412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641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724912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reads the content and breaks it into topics.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23317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18304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17" name="Shape 15"/>
          <p:cNvSpPr/>
          <p:nvPr/>
        </p:nvSpPr>
        <p:spPr>
          <a:xfrm>
            <a:off x="5426964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26964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855464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request, Bob explains any topic in plain, easy language.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84264" y="23317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48856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23" name="Shape 21"/>
          <p:cNvSpPr/>
          <p:nvPr/>
        </p:nvSpPr>
        <p:spPr>
          <a:xfrm>
            <a:off x="7557516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57516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986016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31736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generates quiz questions from the material for self-testing.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814816" y="23317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979408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29" name="Shape 27"/>
          <p:cNvSpPr/>
          <p:nvPr/>
        </p:nvSpPr>
        <p:spPr>
          <a:xfrm>
            <a:off x="9688068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8806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116568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162288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day-by-day revision plan is generated ahead of the exam date.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— Personalized Learning Agent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— Personalized Learning Agent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4ECD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1945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15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At Your Pace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adjust to the student's level instead of a fixed classroom speed.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77640" y="196596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21945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62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715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Clarity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like I’m 10” mode turns confusing material into simple language on demand.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196596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26680" y="21945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266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2715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Recall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quizzes replace passive re-reading with proven, effective self-testing.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0690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5902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Prep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revision plan removes the guesswork from exam preparation.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77640" y="384048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206240" y="40690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2062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45902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Available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doubt-solving chatbot answers questions from the student's own material, any time.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98080" y="384048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31" name="Shape 29"/>
          <p:cNvSpPr/>
          <p:nvPr/>
        </p:nvSpPr>
        <p:spPr>
          <a:xfrm>
            <a:off x="7726680" y="40690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266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45902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 Education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 personal tutor experience to students who can't access one-on-one tutoring.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— Personalized Learning Agent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413F72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840480" cy="3840480"/>
          </a:xfrm>
          <a:prstGeom prst="ellipse">
            <a:avLst/>
          </a:prstGeom>
          <a:solidFill>
            <a:srgbClr val="4ECDC4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the Application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413F72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MACHINE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URL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http://localhost:8501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28346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413F72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WI-FI NETWORK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URL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http://192.168.1.48:8501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links launch the same Streamlit app — the Network URL lets classmates on the same Wi-Fi open it from their own device.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2026-09-19T04:29:39Z</dcterms:created>
  <dcterms:modified xsi:type="dcterms:W3CDTF">2026-09-19T04:29:39Z</dcterms:modified>
</cp:coreProperties>
</file>